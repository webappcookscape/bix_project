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4114800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6984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F8FAFC"/>
                </a:solidFill>
                <a:latin typeface="Segoe UI"/>
              </a:defRPr>
            </a:pPr>
            <a:r>
              <a:t>UNIFIED COOKSCAPE</a:t>
            </a:r>
          </a:p>
          <a:p>
            <a:pPr>
              <a:spcAft>
                <a:spcPts val="3600"/>
              </a:spcAft>
              <a:defRPr sz="1800">
                <a:solidFill>
                  <a:srgbClr val="94A3B8"/>
                </a:solidFill>
                <a:latin typeface="Segoe UI"/>
              </a:defRPr>
            </a:pPr>
            <a:r>
              <a:t>Enterprise-Grade Full-Stack Business Management, HRMS &amp; CRM Platform</a:t>
            </a:r>
          </a:p>
          <a:p>
            <a:pPr>
              <a:defRPr sz="1300" b="1">
                <a:solidFill>
                  <a:srgbClr val="F97316"/>
                </a:solidFill>
                <a:latin typeface="Segoe UI"/>
              </a:defRPr>
            </a:pPr>
            <a:r>
              <a:t>React 19  |  Tailwind CSS 4.0  |  Node.js (Express)  |  PostgreSQL &amp; Prisma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Technical Architecture &amp; System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Frontend Layer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Built with React 19 (Vite SPA) for fast compile &amp; rendering speed.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Tailwind CSS 4.0 utility-first framework for premium, modern styles.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React Router 7 handles client-side views &amp; permission auth guards.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Framer Motion executes micro-animations &amp; transitions.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Recharts engine displays real-time operational dashboard analytics.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Backend REST API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Node.js &amp; Express.js server utilizing Controller-Service-Route structure.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JSON Web Token (JWT) + Google OAuth 2.0 secure authorization.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Multer middleware manages project assets and BGV documents.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Node-cron automates background task checking and daily email reports.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Web-Push API delivers instant real-time browser push notifications.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Database &amp; Integrations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Prisma ORM provides type-safe queries, transaction safety, and migration histories.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PostgreSQL relational DB handles complex entities (Users, Tasks, Vouchers, Logs).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Nodemailer handles automated operational notifications (SMTP Gmail).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Google APIs interface for third-party OAuth and cloud Drive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USER ROLES &amp;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Admin &amp; Manager: Corporate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HRMS &amp; BGV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Full Employee Lifecycle tracking (onboarding, documents, assets, exit).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Background Verification (BGV) workflow with digital document upload.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CSV employee import/export supporting automated parsing.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Secure permission roles: SUPER_ADMIN, ADMIN, MANAGER, and EMPLOYEE.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Voucher Approvals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Hierarchical expense voucher approval matrix safeguarding finances.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Sequential lifecycle states:</a:t>
            </a:r>
            <a:br/>
            <a:r>
              <a:t>Submitted → AM Review → COO Review → Paid → Completed.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Audited activity log logs every stage transitions with timestamp details.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Allows downloading summaries to Excel via ExcelJS integration.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System Schedulers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Node-cron runs automated database backups sent directly to Google Drive.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System checks daily for overdue tasks and sends warning emails.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Automatically aggregates employee daily work reports and emails managers.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Keep-alive triggers keep external API services awake and healthy.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USER ROLES &amp;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CRE: Front-Office CRM &amp; Showroom 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Walkin Hub CRM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Enables CREs to register walk-in client details upon showroom arrival.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Tracks client details, showroom visited, tentative timings, and remarks.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Automated WhatsApp message triggers notify Business Heads of new leads.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Integrated status states to flag active, pending, or converted walk-ins.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Daily Work Reports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CREs submit daily logs detailing client interactions and progress.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Tracks next follow-up date (nextFD) to prompt active customer retention.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Includes a client satisfaction rating system (1-5 stars).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Automatically references Business Heads (BH) and Field Agents (FA).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Monthly Analytics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Aggregates total customer calls, site visits (SRV), and proposal counts.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Computes signed customer order counts and revenue value generated.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Provides performance data displayed in the Admin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USER ROLES &amp;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Supervisor &amp; Employee: Field Task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Task Execution &amp; Stages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Assigned projects feature sequential task stages and due dates.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Real-time task tracking updates task status: PENDING, IN_PROGRESS, COMPLETED.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Auto-escalation of overdue tasks triggers supervisor warning emails.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Geo-Tagged Evidence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Requires employees to upload photos proving on-site work completion.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Captures and records device GPS location (latitude and longitude) on upload.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Prevents spoofing by cross-referencing task evidence coordinates with project locations.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Collaboration &amp; Issues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In-project chat messaging facilitates communication between team and client.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Ticketing system allows flagging blocking issues directly on tasks.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Enables attaching PDF blueprints and images to comments.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USER ROLES &amp; FUNCTIONALITIES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Client Portal: Transparency &amp; Feedback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Magic Link Authentication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Passwordless, secure token-based logins for end clients.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Expiration-based links ensure client security without account friction.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Allows instant access to personal project details from any device.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920240"/>
            <a:ext cx="27432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Visual Progress Tracking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Real-time progress bars mapping actual project execution percentage.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Transparent billing status displaying payments received vs. outstanding values.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Shows completed project milestones with verified evidence photos.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046720" y="1645920"/>
            <a:ext cx="3383280" cy="438912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920240"/>
            <a:ext cx="283464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F97316"/>
                </a:solidFill>
                <a:latin typeface="Segoe UI"/>
              </a:defRPr>
            </a:pPr>
            <a:r>
              <a:t>Interactive Channels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Allows clients to send messages directly to project supervisors.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Direct ticket submission interface for complaints, additions, or changes.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  <a:latin typeface="Segoe UI"/>
              </a:defRPr>
            </a:pPr>
            <a:r>
              <a:t>• Provides real-time feedback with instant notifications.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TECHNICAL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Data Flow &amp; System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201168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645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STEP 1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1. Client Request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React frontend sends request (e.g. Upload Task Evidence) via Axios with JWT header.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2011680"/>
            <a:ext cx="201168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2194560"/>
            <a:ext cx="1645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STEP 2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2. JWT Middleware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Express backend decodes &amp; validates the JWT. Verifies user roles and access rights.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011680"/>
            <a:ext cx="201168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2194560"/>
            <a:ext cx="1645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STEP 3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3. Business Logic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Controller processes files/JSON. Captures geo-location (Lat/Long) from uploaded metadata.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199" y="2011680"/>
            <a:ext cx="201168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79" y="2194560"/>
            <a:ext cx="1645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STEP 4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4. Database Update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Prisma client saves data to PostgreSQL, triggering audit activity logs &amp; db hooks.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2011680"/>
            <a:ext cx="2011680" cy="3840480"/>
          </a:xfrm>
          <a:prstGeom prst="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0" y="2194560"/>
            <a:ext cx="164592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97316"/>
                </a:solidFill>
                <a:latin typeface="Segoe UI"/>
              </a:defRPr>
            </a:pPr>
            <a:r>
              <a:t>STEP 5</a:t>
            </a:r>
          </a:p>
          <a:p>
            <a:pPr>
              <a:spcAft>
                <a:spcPts val="12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5. Push &amp; Mail Alert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Nodemailer fires SMTP email alerts, Web-Push triggers client/admin notifications.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F97316"/>
                </a:solidFill>
                <a:latin typeface="Segoe UI"/>
              </a:defRPr>
            </a:pPr>
            <a:r>
              <a:t>CODEBASE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Key Code Walkthrough &amp; Server Snippets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120640" cy="4389120"/>
          </a:xfrm>
          <a:prstGeom prst="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97316"/>
                </a:solidFill>
                <a:latin typeface="Segoe UI"/>
              </a:defRPr>
            </a:pPr>
            <a:r>
              <a:t>JWT Auth Handler (authController.js)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// Find user &amp; Verify Password hash</a:t>
            </a:r>
            <a:br/>
            <a:r>
              <a:t>const user = await prisma.user.findUnique({</a:t>
            </a:r>
            <a:br/>
            <a:r>
              <a:t>    where: { email }</a:t>
            </a:r>
            <a:br/>
            <a:r>
              <a:t>});</a:t>
            </a:r>
            <a:br/>
            <a:r>
              <a:t>if (!user) {</a:t>
            </a:r>
            <a:br/>
            <a:r>
              <a:t>    return res.status(401).json({</a:t>
            </a:r>
            <a:br/>
            <a:r>
              <a:t>        message: 'Invalid credentials'</a:t>
            </a:r>
            <a:br/>
            <a:r>
              <a:t>    });</a:t>
            </a:r>
            <a:br/>
            <a:r>
              <a:t>}</a:t>
            </a:r>
            <a:br/>
            <a:r>
              <a:t>const isValid = await bcrypt.compare(</a:t>
            </a:r>
            <a:br/>
            <a:r>
              <a:t>    password, </a:t>
            </a:r>
            <a:br/>
            <a:r>
              <a:t>    user.passwordHash</a:t>
            </a:r>
            <a:br/>
            <a:r>
              <a:t>);</a:t>
            </a:r>
            <a:br/>
            <a:r>
              <a:t>if (!isValid) {</a:t>
            </a:r>
            <a:br/>
            <a:r>
              <a:t>    return res.status(401).json({</a:t>
            </a:r>
            <a:br/>
            <a:r>
              <a:t>        message: 'Invalid credentials'</a:t>
            </a:r>
            <a:br/>
            <a:r>
              <a:t>    });</a:t>
            </a:r>
            <a:br/>
            <a:r>
              <a:t>}</a:t>
            </a:r>
            <a:br/>
            <a:r>
              <a:t>// Generate Token</a:t>
            </a:r>
            <a:br/>
            <a:r>
              <a:t>const token = jwt.sign(</a:t>
            </a:r>
            <a:br/>
            <a:r>
              <a:t>    { id: user.id, role: user.role },</a:t>
            </a:r>
            <a:br/>
            <a:r>
              <a:t>    JWT_SECRET,</a:t>
            </a:r>
            <a:br/>
            <a:r>
              <a:t>    { expiresIn: '30d' }</a:t>
            </a:r>
            <a:br/>
            <a:r>
              <a:t>);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solidFill>
            <a:srgbClr val="020617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97316"/>
                </a:solidFill>
                <a:latin typeface="Segoe UI"/>
              </a:defRPr>
            </a:pPr>
            <a:r>
              <a:t>Prisma Scheduler Query (schedulerService.js)</a:t>
            </a:r>
          </a:p>
          <a:p>
            <a:pPr>
              <a:defRPr sz="950">
                <a:solidFill>
                  <a:srgbClr val="F8FAFC"/>
                </a:solidFill>
                <a:latin typeface="Consolas"/>
              </a:defRPr>
            </a:pPr>
            <a:r>
              <a:t>// Find overdue, uncompleted tasks</a:t>
            </a:r>
            <a:br/>
            <a:r>
              <a:t>const overdueTasks = await prisma.task.findMany({</a:t>
            </a:r>
            <a:br/>
            <a:r>
              <a:t>    where: {</a:t>
            </a:r>
            <a:br/>
            <a:r>
              <a:t>        status: { not: 'COMPLETED' },</a:t>
            </a:r>
            <a:br/>
            <a:r>
              <a:t>        dueDate: { lt: now }, // less than now</a:t>
            </a:r>
            <a:br/>
            <a:r>
              <a:t>        employeeId: { not: null }</a:t>
            </a:r>
            <a:br/>
            <a:r>
              <a:t>    },</a:t>
            </a:r>
            <a:br/>
            <a:r>
              <a:t>    include: {</a:t>
            </a:r>
            <a:br/>
            <a:r>
              <a:t>        employee: true,</a:t>
            </a:r>
            <a:br/>
            <a:r>
              <a:t>        project: true</a:t>
            </a:r>
            <a:br/>
            <a:r>
              <a:t>    }</a:t>
            </a:r>
            <a:br/>
            <a:r>
              <a:t>});</a:t>
            </a:r>
            <a:br/>
            <a:br/>
            <a:r>
              <a:t>// Send notification &amp; email alert</a:t>
            </a:r>
            <a:br/>
            <a:r>
              <a:t>for (const task of overdueTasks) {</a:t>
            </a:r>
            <a:br/>
            <a:r>
              <a:t>    await prisma.email.create({</a:t>
            </a:r>
            <a:br/>
            <a:r>
              <a:t>        data: {</a:t>
            </a:r>
            <a:br/>
            <a:r>
              <a:t>            senderId: sender.id,</a:t>
            </a:r>
            <a:br/>
            <a:r>
              <a:t>            receiverId: task.employeeId,</a:t>
            </a:r>
            <a:br/>
            <a:r>
              <a:t>            subject: `Overdue Task: ${task.title}`</a:t>
            </a:r>
            <a:br/>
            <a:r>
              <a:t>        }</a:t>
            </a:r>
            <a:br/>
            <a:r>
              <a:t>    });</a:t>
            </a:r>
            <a:br/>
            <a:r>
              <a:t>    // Triggers Nodemailer transport next...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